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GFS DFW FIRE 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6B00"/>
                </a:solidFill>
              </a:rPr>
              <a:t>A $400,000 Equity Opportunity in Essential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5486400" cy="457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7777"/>
                </a:solidFill>
              </a:rPr>
              <a:t>One Buck Capital  |  Confidential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</a:rPr>
              <a:t>Viking 90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"Every commercial building in Texas requires this by law."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86868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Fire protection systems aren't optional — they're code-mandated.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9418320" cy="86868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Annual inspections are legally required. No building opts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66160"/>
            <a:ext cx="9418320" cy="86868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611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40-year-old company.  $19.1M revenue.  Zero debt.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663440"/>
            <a:ext cx="9418320" cy="86868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709159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We're buying it at a founder's price — below what PE would pay.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GFS DFW Fire Pros — What They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303520" cy="5303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B00"/>
                </a:solidFill>
              </a:rPr>
              <a:t>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Fire suppression system installation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Fire alarm installation &amp;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Annual inspections (NFPA 25 / NFPA 72)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24/7 monitoring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Life safety system maintenance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05840"/>
            <a:ext cx="59436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B00"/>
                </a:solidFill>
              </a:rPr>
              <a:t>THE NUMBERS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566928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733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2025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733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3E"/>
                </a:solidFill>
              </a:rPr>
              <a:t>$19.1M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24028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313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Revenue Growth (YoY)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13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3E"/>
                </a:solidFill>
              </a:rPr>
              <a:t>+34%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880360"/>
            <a:ext cx="566928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9535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2025 Adj. EBITDA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53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3E"/>
                </a:solidFill>
              </a:rPr>
              <a:t>$2.94M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520439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59359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EBITDA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59359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3E"/>
                </a:solidFill>
              </a:rPr>
              <a:t>15.4%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160520"/>
            <a:ext cx="566928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233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Existing Debt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233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3E"/>
                </a:solidFill>
              </a:rPr>
              <a:t>$0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80060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873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Cash on Balance Sheet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8737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3E"/>
                </a:solidFill>
              </a:rPr>
              <a:t>$1.79M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440679"/>
            <a:ext cx="566928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55138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Contracted Backlog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51383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D1B3E"/>
                </a:solidFill>
              </a:rPr>
              <a:t>$12M+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Best Kind of Business: Non-Discretionary + Recurring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36576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657600" cy="5029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NON-DISCRETIONARY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916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Every commercial building must maintain fire systems by law.
This isn't optional spending — it's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51560"/>
            <a:ext cx="36576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657600" cy="5029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RECURRING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Annual inspections + monitoring contracts create predictable, sticky cash flow year after year.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51560"/>
            <a:ext cx="36576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51560"/>
            <a:ext cx="3657600" cy="5029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FRAGMENTED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Thousands of small owner-operated shops.
PE is rolling them up at 6–10x EBITDA.
We buy below that.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49240"/>
            <a:ext cx="11612880" cy="6858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DFW adds 1.5M+ sq ft of new commercial construction annually. Every new building needs GFS.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Perfect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2606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4572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MOTIVATED SELLER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Woody Jarmon, 77, 40-year founder, ready to retire.
Relationship deal — not a competitive auction.
Benji Gil (trusted bridge) has already made the introduction.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669280" cy="2606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669280" cy="4572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CLEAN BALANCE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$0 debt.  $1.79M cash.
Paid off a $2.4M line of credit in two years.
Entering the deal with zero encumbrances.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5669280" cy="2606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5669280" cy="4572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74903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REVENUE ACCELERATION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251959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$14.2M (2024) → $19.1M (2025)
+34% growth YoY.
Not a turnaround — a growth business at a transition multiple.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669280" cy="2606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669280" cy="4572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PE TAILWIND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59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Summit, Pye-Barker &amp; others paying 6–10x EBITDA.
We buy at a founder's price.
The exit market is already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Deal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SBA 7(a) Loan — Senior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43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</a:rPr>
              <a:t>~$5.0M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143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10-year 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Seller Note — Subordinated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</a:rPr>
              <a:t>~$2.0M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488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6%, 5-year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11247120" cy="914400"/>
          </a:xfrm>
          <a:prstGeom prst="rect">
            <a:avLst/>
          </a:prstGeom>
          <a:solidFill>
            <a:srgbClr val="26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Seller Equity 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</a:rPr>
              <a:t>~$1.35M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1546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Woody retains 18% — aligns incentives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11247120" cy="10972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60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INVESTOR EQUITY — THIS RAISE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60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FFFFF"/>
                </a:solidFill>
              </a:rPr>
              <a:t>$400,000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160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Viking 90 Group / investor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218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CONSIDERATION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218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</a:rPr>
              <a:t>~$10M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32180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</a:rPr>
              <a:t>$7.5M business + $2.5M real estate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0167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$400K fills the SBA equity injection requirement. Without it, no deal. With it, we close.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Who Owns What Post-Close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669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371600" cy="25146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9163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8871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Viking 90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8308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Investor Pool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03320"/>
            <a:ext cx="5669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703320"/>
            <a:ext cx="1371600" cy="25146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3434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40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Management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43484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Danny Martinez (CFO) + Mark Bryan (President Sales)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51560"/>
            <a:ext cx="5669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51560"/>
            <a:ext cx="1371600" cy="2514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691639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18871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Joel 'JB' Bouck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78308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Acquirer / Operating CEO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5669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1371600" cy="2514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43434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840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</a:rPr>
              <a:t>Woody Jarmon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43484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Founder equity rollback — aligns seller incentives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Investors 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411480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4.5x EBITDA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~$21M company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3017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Per $50K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~$1.05M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3566160" cy="4114800"/>
          </a:xfrm>
          <a:prstGeom prst="rect">
            <a:avLst/>
          </a:prstGeom>
          <a:solidFill>
            <a:srgbClr val="0D5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6.5x 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~$30M company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3108960"/>
            <a:ext cx="3017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246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Per $50K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~$1.50M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3566160" cy="41148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UPSIDE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8.0x EBITDA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~$37M company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108960"/>
            <a:ext cx="3017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246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Per $50K 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03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~$1.85M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8% Preferred Return Annually    |    3–5 Year Hold    |    $50,000 Minimum Investment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We Build from $19M to $25M+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3657600" cy="4572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657600" cy="4572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97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1 — 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00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6B00"/>
                </a:solidFill>
              </a:rPr>
              <a:t>Lock the Installed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9456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Convert install customers to inspection contracts
• SafeGuard program: Bronze / Silver / Gold tiers
• Dedicated Service Sales Rep hired Day 1
• Target: 100+ new inspection contracts in Year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657600" cy="4572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3657600" cy="4572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097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2 — YEARS 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600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6B00"/>
                </a:solidFill>
              </a:rPr>
              <a:t>Build Recurring Revenue 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19456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Standalone ITM (inspection/testing/maintenance) P&amp;L
• White-label monitoring MRR partnerships
• Shift from GC clients to property owner-operators
• Inspection software: InspectPoint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051560"/>
            <a:ext cx="3657600" cy="4572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051560"/>
            <a:ext cx="3657600" cy="4572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097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3 — YEARS 3–5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002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6B00"/>
                </a:solidFill>
              </a:rPr>
              <a:t>Platform +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9456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Tuck-in acquisitions of DFW inspection shops
• Territory expansion: Ft. Worth, Plano, Arlington
• Position for PE strategic sale at 6–10x EBITDA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760720"/>
            <a:ext cx="11612880" cy="54864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788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Same EBITDA  •  Better Mix  •  $10–18M More at Exit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3657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6576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Joel 'JB' Bouck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6B00"/>
                </a:solidFill>
              </a:rPr>
              <a:t>Acquirer / Operating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Co-founded Payix, acquired by REPAY Holdings (NASDAQ: RPAY) for up to $115M in January 2022.
Focused on strategy, capital allocation, and growth.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657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36576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Mark Bryan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6B00"/>
                </a:solidFill>
              </a:rPr>
              <a:t>President,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Veteran fire &amp; life safety industry executive.
Deep DFW commercial relationships across GCs, property managers, and building owners.
Leads revenue and SafeGuard post-close.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051560"/>
            <a:ext cx="3657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051560"/>
            <a:ext cx="36576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Danny Martinez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6B00"/>
                </a:solidFill>
              </a:rPr>
              <a:t>Chief Financial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Has been running GFS financials.
No learning curve at close.
Clean books, SBA lender reporting, and cost control from Day 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355080"/>
            <a:ext cx="1161288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7336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</a:rPr>
              <a:t>Advisory: Woody Jarmon — 40 years of DFW fire protection relationships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DFW: The Best Market in the Country for This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3657600" cy="502920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34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6B00"/>
                </a:solidFill>
              </a:rPr>
              <a:t>#1 Metro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for Commercial Construction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2743200" cy="36576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0632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DFW consistently ranks among the top US metros for commercial construction starts. New buildings = new fire systems = new inspection contracts.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657600" cy="502920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34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6B00"/>
                </a:solidFill>
              </a:rPr>
              <a:t>$14B+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Annual DFW Commercial Construction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926080"/>
            <a:ext cx="2743200" cy="36576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0632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The market grows automatically. Every new building, warehouse, data center, and medical facility that breaks ground needs fire protection.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051560"/>
            <a:ext cx="3657600" cy="502920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34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6B00"/>
                </a:solidFill>
              </a:rPr>
              <a:t>6–10x 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What PE Is Paying Right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2926080"/>
            <a:ext cx="2743200" cy="36576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0632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Summit Fire, Pye-Barker, and others are completing 50+ fire protection acquisitions per quarter. The exit market is active and liquid.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172200"/>
            <a:ext cx="11612880" cy="41148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7777"/>
                </a:solidFill>
              </a:rPr>
              <a:t>Most DFW competitors are owner-operated shops under $5M. GFS at $19M is already the market leader.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Could Go Wrong — And How We've Addressed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28600" cy="8686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Key Person Departure (Woody)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0972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Danny Martinez (CFO) and Mark Bryan (Sales President) stay with equity incentives. Woody remains on advisory. Benji Gil relationship is maintained.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11612880" cy="8686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228600" cy="8686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SBA Financing Falls 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Pre-qualification with Live Oak (SBA preferred lender) + Huntington as backup. GFS DSCR is 2.32x — well above the 1.5x minimum. All SBA criteria met with margin.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228600" cy="8686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Revenue 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Top GC clients are Fortune 500 companies with investment-grade AR. Post-close priority #1 is diversification into property management and owner-direct accounts.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11612880" cy="8686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228600" cy="8686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4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Inspection Volume Declines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776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Fire code inspections are legally mandated. Volume cannot decline — the backlog only grows as GFS's installed base expands with DFW construction.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9204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892040"/>
            <a:ext cx="228600" cy="8686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37759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PE Rollup Competition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937759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PE buyers are the exit, not the threat. We build recurring revenue value, position for a strategic sale, and let them compete to buy us at a premium.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Participate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486400" cy="521208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B00"/>
                </a:solidFill>
              </a:rPr>
              <a:t>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1371600" cy="6400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76479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647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Soft indication of interest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14600"/>
            <a:ext cx="1371600" cy="6400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58775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+1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877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CIM (Confidential Information Memorandum) under NDA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37560"/>
            <a:ext cx="1371600" cy="6400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41071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+2–3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107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Q&amp;A call with JB and the deal 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160520"/>
            <a:ext cx="1371600" cy="6400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423367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+30–45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336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Final commitment + wiring instructions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83480"/>
            <a:ext cx="1371600" cy="64008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505663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+90–120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566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Close (SBA timeline)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5760720" cy="5212080"/>
          </a:xfrm>
          <a:prstGeom prst="rect">
            <a:avLst/>
          </a:prstGeom>
          <a:solidFill>
            <a:srgbClr val="16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B00"/>
                </a:solidFill>
              </a:rPr>
              <a:t>WHAT'S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691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1.  Sign NDA (one page — 5 minutes)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860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2.  Review CIM and financials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8803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3.  Indicate your investment 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74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   ($50,000 minimum)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690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4.  Fund before close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297680"/>
            <a:ext cx="5760720" cy="192024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389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8006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Joel 'JB' Bouck
One Buck Capital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669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[Add your phone + email before distributing]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Appendix A — Financial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33856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Net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Adj. EBITDA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1338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~$13M (est.)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($36.9K)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37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~$400K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11338560" cy="6858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$14.2M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$1.56M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</a:rPr>
              <a:t>~$2.1M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11338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33333"/>
                </a:solidFill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004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$19.1M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2004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$2.55M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004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$2.94M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31920"/>
            <a:ext cx="1133856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Balance Sheet Highlights — December 31,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11338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079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Total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07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33333"/>
                </a:solidFill>
              </a:rPr>
              <a:t>$9.18M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64608"/>
            <a:ext cx="11338560" cy="365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Cash on Balance Sheet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92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33333"/>
                </a:solidFill>
              </a:rPr>
              <a:t>$1.79M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48656"/>
            <a:ext cx="11338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76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Accounts Receivable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33333"/>
                </a:solidFill>
              </a:rPr>
              <a:t>$3.99M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632704"/>
            <a:ext cx="11338560" cy="365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601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Existing Debt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6601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$0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016752"/>
            <a:ext cx="11338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044183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Total Equity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044183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33333"/>
                </a:solidFill>
              </a:rPr>
              <a:t>$6.34M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Appendix B — SBA Deal Criteria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1288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SBA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097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097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116128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FICO Score (Borrower)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650+ 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7373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✅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04872"/>
            <a:ext cx="11612880" cy="67665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50591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DSCR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50591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1.5x minimum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50591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2.32x (full debt service)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450591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✅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18104"/>
            <a:ext cx="116128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6382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Industry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6382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6382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Mgmt team retained (Danny + Mark)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163824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✅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31335"/>
            <a:ext cx="11612880" cy="67665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7705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Equity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87705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10% minimum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7705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$400K investor raise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877056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✅ 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44568"/>
            <a:ext cx="116128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902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Existing Debt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59028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Low preferred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9028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$0 — completely clean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5902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✅ 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57800"/>
            <a:ext cx="11612880" cy="67665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303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Revenue Trend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303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Growing preferred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03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+34% YoY ($14.2M → $19.1M)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3035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✅ 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0624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</a:rPr>
              <a:t>Live Oak Bank (SBA preferred lender) pre-qualification in progress.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One Buck Capital  |  Confidential  |  GFS DFW Fire Pros  | 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